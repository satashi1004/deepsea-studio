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6400800" cy="2926080"/>
          </a:xfrm>
          <a:prstGeom prst="roundRect">
            <a:avLst>
              <a:gd name="adj" fmla="val 4688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深海工作室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按鈕設計指引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網站互動元素規格一覽 — 提供繪師設計參考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素材數量總覽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164592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</a:rPr>
                        <a:t>素材組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</a:rPr>
                        <a:t>覆蓋元素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</a:rPr>
                        <a:t>建議尺寸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</a:rPr>
                        <a:t>優先度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膠囊形按鈕背景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8"/>
                          </a:solidFill>
                        </a:rPr>
                        <a:t>導航列x7 + 錨點x7 + 篩選x5 = 19個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120 x 36 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4444"/>
                          </a:solidFill>
                        </a:rPr>
                        <a:t>最高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卡片邊框/背景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8"/>
                          </a:solidFill>
                        </a:rPr>
                        <a:t>委託類型卡片 x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250 x 180 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4444"/>
                          </a:solidFill>
                        </a:rPr>
                        <a:t>最高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圓形按鈕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8"/>
                          </a:solidFill>
                        </a:rPr>
                        <a:t>回到頂部x1 + 漢堡選單x1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44 x 44 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9800"/>
                          </a:solidFill>
                        </a:rPr>
                        <a:t>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社群小圖示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8"/>
                          </a:solidFill>
                        </a:rPr>
                        <a:t>Footer 社群 x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32 x 32 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9800"/>
                          </a:solidFill>
                        </a:rPr>
                        <a:t>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CTA 大按鈕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8"/>
                          </a:solidFill>
                        </a:rPr>
                        <a:t>R18 確認 x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200 x 48 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展開收合箭頭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8"/>
                          </a:solidFill>
                        </a:rPr>
                        <a:t>FAQ 項目 x 2 (箭頭)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16 x 16 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總計約 32 個獨立素材（含狀態變化約 64 個）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導航列按鈕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FF4444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每頁頂部 Banner 下方的導航列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每頁頂部，Banner 下方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6px 14px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素材尺寸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x 36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 / hover / active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10px 16px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= 綠色底線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委託類型卡片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FF980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首頁中段三張類型卡片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首頁「委託類型」區塊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張（私人/商業/R18）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最小寬度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素材尺寸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x 180 px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solid #2a2a4a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上移4px+陰影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錨點跳轉按鈕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2196F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委託資訊頁頂部的膠囊形快速跳轉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委託資訊頁頂部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6px 16px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20px（膠囊形）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素材尺寸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x 32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solid #2a2a4a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 / hover（邊框亮）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可與篩選按鈕共用設計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作品集篩選按鈕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E91E6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作品集頁頂部的風格篩選按鈕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作品集頁頂部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6px 18px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20px（膠囊形）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素材尺寸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x 32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solid #2a2a4a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= 綠底+綠字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全部/明亮/暗黑/Q版/奇幻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回到頂部按鈕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4CAF5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每頁右下角的圓形浮動按鈕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每頁右下角（固定）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x 44 px 正圓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50%（正圓）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素材尺寸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x 44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solid #444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= 綠色光暈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捲動超過 400px 出現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展開收合項目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00BCD4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頁面的問答展開/收合條目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頁面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個問答項目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14px 18px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箭頭圖示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16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solid #2a2a4a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收合狀態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綠色 ▸ 箭頭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展開狀態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綠色 ▾ 箭頭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社群圖示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9C27B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每頁底部的社群平台圖示列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每頁最底部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目前尺寸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1.4em (約 22px)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間距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素材尺寸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x 32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普通狀態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透明度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+ 放大 1.2x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Twitter/Pixiv/IG/FB/Email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漢堡選單按鈕（手機版）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00968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手機版（寬度 ≤ 680px）頂部選單切換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手機版每頁頂部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6px 14px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素材尺寸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x 36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關閉狀態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 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開啟狀態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 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年齡確認按鈕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252540"/>
          </a:solidFill>
          <a:ln w="19050">
            <a:solidFill>
              <a:srgbClr val="FF5722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[截圖位置]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頁面的年齡閘門確認按鈕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頁面中央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399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746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12px 32px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93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素材尺寸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x 48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36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按鈕一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已滿18歲 (綠色)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按鈕二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83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未滿18歲 (灰色)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42976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素材製作注意事項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2A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所有素材請提供 PNG 格式（透明背景）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2A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每個元素提供 2 個狀態：普通 + hover/active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2A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網站背景色為 #1E1E2E（深色），注意對比度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2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總計約 32 個獨立素材（含狀態變化約 64 個）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2A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九宮格拉伸按鈕需標示可拉伸區域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2A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97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4297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完成後交由工程師替換，可逐批交付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深海工作室 — 按鈕設計指引</dc:title>
  <dc:subject>PptxGenJS Presentation</dc:subject>
  <dc:creator>DeepSea Studio</dc:creator>
  <cp:lastModifiedBy>DeepSea Studio</cp:lastModifiedBy>
  <cp:revision>1</cp:revision>
  <dcterms:created xsi:type="dcterms:W3CDTF">2026-06-27T01:35:24Z</dcterms:created>
  <dcterms:modified xsi:type="dcterms:W3CDTF">2026-06-27T01:35:24Z</dcterms:modified>
</cp:coreProperties>
</file>